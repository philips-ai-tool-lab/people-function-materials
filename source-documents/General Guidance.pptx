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2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 dt="2026-08-18T08:08:06.3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00000000-0000-0000-0000-000000000000}"/>
    <pc:docChg chg="modSld">
      <pc:chgData name="" userId="" providerId="" clId="Web-{00000000-0000-0000-0000-000000000000}" dt="2026-08-18T08:08:06.396" v="0" actId="14100"/>
      <pc:docMkLst>
        <pc:docMk/>
      </pc:docMkLst>
      <pc:sldChg chg="modSp">
        <pc:chgData name="" userId="" providerId="" clId="Web-{00000000-0000-0000-0000-000000000000}" dt="2026-08-18T08:08:06.396" v="0" actId="14100"/>
        <pc:sldMkLst>
          <pc:docMk/>
          <pc:sldMk cId="2876853981" sldId="256"/>
        </pc:sldMkLst>
        <pc:spChg chg="mod">
          <ac:chgData name="" userId="" providerId="" clId="Web-{00000000-0000-0000-0000-000000000000}" dt="2026-08-18T08:08:06.396" v="0" actId="14100"/>
          <ac:spMkLst>
            <pc:docMk/>
            <pc:sldMk cId="2876853981" sldId="256"/>
            <ac:spMk id="5" creationId="{E900D6B4-0892-FBF0-9598-7FE1C138344F}"/>
          </ac:spMkLst>
        </pc:spChg>
      </pc:sldChg>
    </pc:docChg>
  </pc:docChgLst>
  <pc:docChgLst>
    <pc:chgData name="GONG, Jason" userId="976b3a2e-90ca-4183-b357-8e9d5e7913b3" providerId="ADAL" clId="{8DADF8CC-3600-416D-A641-D1A778A57480}"/>
    <pc:docChg chg="custSel addSld modSld">
      <pc:chgData name="GONG, Jason" userId="976b3a2e-90ca-4183-b357-8e9d5e7913b3" providerId="ADAL" clId="{8DADF8CC-3600-416D-A641-D1A778A57480}" dt="2026-08-12T02:54:12.626" v="604" actId="20577"/>
      <pc:docMkLst>
        <pc:docMk/>
      </pc:docMkLst>
      <pc:sldChg chg="addSp delSp modSp new mod">
        <pc:chgData name="GONG, Jason" userId="976b3a2e-90ca-4183-b357-8e9d5e7913b3" providerId="ADAL" clId="{8DADF8CC-3600-416D-A641-D1A778A57480}" dt="2026-08-12T02:54:12.626" v="604" actId="20577"/>
        <pc:sldMkLst>
          <pc:docMk/>
          <pc:sldMk cId="2876853981" sldId="256"/>
        </pc:sldMkLst>
        <pc:spChg chg="del">
          <ac:chgData name="GONG, Jason" userId="976b3a2e-90ca-4183-b357-8e9d5e7913b3" providerId="ADAL" clId="{8DADF8CC-3600-416D-A641-D1A778A57480}" dt="2026-08-12T02:48:04.118" v="1" actId="478"/>
          <ac:spMkLst>
            <pc:docMk/>
            <pc:sldMk cId="2876853981" sldId="256"/>
            <ac:spMk id="2" creationId="{149DA34A-A708-914E-8325-E27FD529E0B1}"/>
          </ac:spMkLst>
        </pc:spChg>
        <pc:spChg chg="del">
          <ac:chgData name="GONG, Jason" userId="976b3a2e-90ca-4183-b357-8e9d5e7913b3" providerId="ADAL" clId="{8DADF8CC-3600-416D-A641-D1A778A57480}" dt="2026-08-12T02:48:04.118" v="1" actId="478"/>
          <ac:spMkLst>
            <pc:docMk/>
            <pc:sldMk cId="2876853981" sldId="256"/>
            <ac:spMk id="3" creationId="{D9246CD6-8502-1270-4174-3523D99C6FC5}"/>
          </ac:spMkLst>
        </pc:spChg>
        <pc:spChg chg="add mod">
          <ac:chgData name="GONG, Jason" userId="976b3a2e-90ca-4183-b357-8e9d5e7913b3" providerId="ADAL" clId="{8DADF8CC-3600-416D-A641-D1A778A57480}" dt="2026-08-12T02:54:12.626" v="604" actId="20577"/>
          <ac:spMkLst>
            <pc:docMk/>
            <pc:sldMk cId="2876853981" sldId="256"/>
            <ac:spMk id="5" creationId="{E900D6B4-0892-FBF0-9598-7FE1C138344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2A29-2224-943B-60FD-78CE340DBE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948062-8058-226F-4B17-E5BB41C340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2385B9-519A-6F14-E639-06CBA6AB77DF}"/>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093C1FC9-0F8C-6E2B-D7E1-ED7446F7F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7604B0-4945-4709-7843-816350CD74E4}"/>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2196698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45852-355B-9B2A-7259-111E6CF42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C0DC06-1C4C-41F7-C3D6-EDABC1313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D7139-9D22-D143-DB3A-EAE7399E40C8}"/>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093C5611-95EC-CDA1-A131-1C2614FDD2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776C85-ADBC-966F-7A8C-41C3A6EDC908}"/>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304283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2C875-1A84-55EA-D408-095CFFB5E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0F9879-AB8A-F2B6-E807-79A3A05DA6E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94C72F-70E1-0DB8-2690-F075D3E2C651}"/>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92481BF1-46D7-D093-973D-EF449547A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C57851-3B22-9DD1-04A6-6CC4B8F4263F}"/>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2938750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4923-3E41-4E74-0295-CA8FB4B9B5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BC5857-2532-F821-4452-C782AEBC23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D2840C-E888-160E-A678-EA0F2EF25B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299EE6-483B-9BE5-145B-1B728F9FEF1B}"/>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6" name="Footer Placeholder 5">
            <a:extLst>
              <a:ext uri="{FF2B5EF4-FFF2-40B4-BE49-F238E27FC236}">
                <a16:creationId xmlns:a16="http://schemas.microsoft.com/office/drawing/2014/main" id="{183C26C6-6005-9DEE-0476-1763481A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F9CC2-7B70-98E5-034D-63B8BC23723F}"/>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659308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1F4E3-3497-E743-8CBC-C9F3EA5D82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CDEB04-770D-0AA0-6B38-ED85D51305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534F62-089F-C638-6AC9-D86554FB87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A037A9-65C9-5559-5702-709E88303E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CB9098-5609-74B4-F698-7FA50F95DC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07C0840-322F-19B1-6BE7-A332FA5BA974}"/>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8" name="Footer Placeholder 7">
            <a:extLst>
              <a:ext uri="{FF2B5EF4-FFF2-40B4-BE49-F238E27FC236}">
                <a16:creationId xmlns:a16="http://schemas.microsoft.com/office/drawing/2014/main" id="{DF5CE2BA-484F-A7D4-C41F-6F0ECB87E1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888DC5-A9DF-2726-643D-EE2D95A08D34}"/>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336981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B3F4F-EF9B-BDB1-8CD9-8FACB6A4559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87E7470-33DD-DF2E-94E6-DF1487308D14}"/>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4" name="Footer Placeholder 3">
            <a:extLst>
              <a:ext uri="{FF2B5EF4-FFF2-40B4-BE49-F238E27FC236}">
                <a16:creationId xmlns:a16="http://schemas.microsoft.com/office/drawing/2014/main" id="{9FB11D33-453B-D6FF-B880-CF41FD9191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77E8EC-66FD-DF07-3ACF-1A61843EC01C}"/>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180753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713667-FDFF-666A-C048-718EF7CD006F}"/>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3" name="Footer Placeholder 2">
            <a:extLst>
              <a:ext uri="{FF2B5EF4-FFF2-40B4-BE49-F238E27FC236}">
                <a16:creationId xmlns:a16="http://schemas.microsoft.com/office/drawing/2014/main" id="{1AECF30C-565E-6170-C659-8EE3A49E2C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A2AAB1-F7D8-09A2-53E9-3EB4B698DF04}"/>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4154522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F0525-8615-483B-0F50-EC59625066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7A72A7-4DDE-B352-449C-4311F75F9F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015E03-B5D6-F594-2BEB-AE953E6D7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0E2CD7-DC2D-8824-046A-3DD663065C8A}"/>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6" name="Footer Placeholder 5">
            <a:extLst>
              <a:ext uri="{FF2B5EF4-FFF2-40B4-BE49-F238E27FC236}">
                <a16:creationId xmlns:a16="http://schemas.microsoft.com/office/drawing/2014/main" id="{182C4C80-8452-2C0E-06A6-A1F31E3B6E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7D0F9-6E28-FCF3-C45D-EA3CD56F11BB}"/>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1378856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CBD19-E42E-C7F5-9C29-B66603637C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34F1EB9-6703-6BD0-6D5E-B0C59BD4A7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E9C746-C8B7-8EF3-2B75-725E693C0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EEA75-CD8D-1537-C136-7E914593BBE4}"/>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6" name="Footer Placeholder 5">
            <a:extLst>
              <a:ext uri="{FF2B5EF4-FFF2-40B4-BE49-F238E27FC236}">
                <a16:creationId xmlns:a16="http://schemas.microsoft.com/office/drawing/2014/main" id="{F1756ABB-11AA-12E5-E49C-297722CAB4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B64EF2-F3DD-197B-3410-28FCD4C2FBB0}"/>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3978323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7BC2-A2F1-821A-2F23-4BAAB92CEB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897DE-6A77-7F43-44DC-8CA8E8F5F8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9C50A6-8B4F-983D-17CB-23B1F8402C71}"/>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F5823F31-FC65-2DBE-2DF7-1CA97B090B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3A3A9A-5767-D085-86EA-FDEC5AF34248}"/>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2014160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C4D2F9-00BD-801F-57A8-FDECE51C94D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170408-D4AD-3EEB-42DB-9F4F32995B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337AC4-C8AF-2402-D7A1-273C88C0DADB}"/>
              </a:ext>
            </a:extLst>
          </p:cNvPr>
          <p:cNvSpPr>
            <a:spLocks noGrp="1"/>
          </p:cNvSpPr>
          <p:nvPr>
            <p:ph type="dt" sz="half" idx="10"/>
          </p:nvPr>
        </p:nvSpPr>
        <p:spPr/>
        <p:txBody>
          <a:body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D0E27437-4A1A-9466-0FA5-2FF2CC8544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D5DBE2-38D1-12D3-D49A-9E9A7BB84462}"/>
              </a:ext>
            </a:extLst>
          </p:cNvPr>
          <p:cNvSpPr>
            <a:spLocks noGrp="1"/>
          </p:cNvSpPr>
          <p:nvPr>
            <p:ph type="sldNum" sz="quarter" idx="12"/>
          </p:nvPr>
        </p:nvSpPr>
        <p:spPr/>
        <p:txBody>
          <a:bodyPr/>
          <a:lstStyle/>
          <a:p>
            <a:fld id="{90CE61F6-EC14-4E0F-AF06-E58C41FDA400}" type="slidenum">
              <a:rPr lang="en-US" smtClean="0"/>
              <a:t>‹#›</a:t>
            </a:fld>
            <a:endParaRPr lang="en-US"/>
          </a:p>
        </p:txBody>
      </p:sp>
    </p:spTree>
    <p:extLst>
      <p:ext uri="{BB962C8B-B14F-4D97-AF65-F5344CB8AC3E}">
        <p14:creationId xmlns:p14="http://schemas.microsoft.com/office/powerpoint/2010/main" val="2678583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436A5A-80BA-3073-609A-2596D61EA3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21108E-AC4E-122E-76EB-4DF0D18C0D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7CC39-53DC-EA5C-8BD4-0E5D47AA63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892865-E1B3-49D7-B8E7-119105D25FA2}" type="datetimeFigureOut">
              <a:rPr lang="en-US" smtClean="0"/>
              <a:t>8/18/2026</a:t>
            </a:fld>
            <a:endParaRPr lang="en-US"/>
          </a:p>
        </p:txBody>
      </p:sp>
      <p:sp>
        <p:nvSpPr>
          <p:cNvPr id="5" name="Footer Placeholder 4">
            <a:extLst>
              <a:ext uri="{FF2B5EF4-FFF2-40B4-BE49-F238E27FC236}">
                <a16:creationId xmlns:a16="http://schemas.microsoft.com/office/drawing/2014/main" id="{18B4A85A-7630-18AE-D529-C6A75CA6A3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D254783-EFCE-FB7C-E643-206385DA7D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CE61F6-EC14-4E0F-AF06-E58C41FDA400}" type="slidenum">
              <a:rPr lang="en-US" smtClean="0"/>
              <a:t>‹#›</a:t>
            </a:fld>
            <a:endParaRPr lang="en-US"/>
          </a:p>
        </p:txBody>
      </p:sp>
    </p:spTree>
    <p:extLst>
      <p:ext uri="{BB962C8B-B14F-4D97-AF65-F5344CB8AC3E}">
        <p14:creationId xmlns:p14="http://schemas.microsoft.com/office/powerpoint/2010/main" val="2002920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900D6B4-0892-FBF0-9598-7FE1C138344F}"/>
              </a:ext>
            </a:extLst>
          </p:cNvPr>
          <p:cNvSpPr txBox="1"/>
          <p:nvPr/>
        </p:nvSpPr>
        <p:spPr>
          <a:xfrm>
            <a:off x="457199" y="419156"/>
            <a:ext cx="11462657" cy="1546577"/>
          </a:xfrm>
          <a:prstGeom prst="rect">
            <a:avLst/>
          </a:prstGeom>
          <a:noFill/>
        </p:spPr>
        <p:txBody>
          <a:bodyPr wrap="square">
            <a:spAutoFit/>
          </a:bodyPr>
          <a:lstStyle/>
          <a:p>
            <a:r>
              <a:rPr lang="en-US" sz="1050" b="0" i="0">
                <a:solidFill>
                  <a:srgbClr val="242424"/>
                </a:solidFill>
                <a:effectLst/>
                <a:latin typeface="Segoe UI" panose="020B0502040204020203" pitchFamily="34" charset="0"/>
              </a:rPr>
              <a:t># Purpose</a:t>
            </a:r>
          </a:p>
          <a:p>
            <a:r>
              <a:rPr lang="en-US" sz="1050" b="0" i="0">
                <a:solidFill>
                  <a:srgbClr val="242424"/>
                </a:solidFill>
                <a:effectLst/>
                <a:latin typeface="Segoe UI" panose="020B0502040204020203" pitchFamily="34" charset="0"/>
              </a:rPr>
              <a:t>The purpose of this agent is to assist new employees and their line managers during their onboarding process by sending to do action reminders based on onboarding plan, and providing relevant resources and links. At the same </a:t>
            </a:r>
            <a:r>
              <a:rPr lang="en-US" sz="1050">
                <a:solidFill>
                  <a:srgbClr val="242424"/>
                </a:solidFill>
                <a:latin typeface="Segoe UI" panose="020B0502040204020203" pitchFamily="34" charset="0"/>
              </a:rPr>
              <a:t>time, </a:t>
            </a:r>
            <a:r>
              <a:rPr lang="en-US" sz="1050" b="0" i="0">
                <a:solidFill>
                  <a:srgbClr val="242424"/>
                </a:solidFill>
                <a:effectLst/>
                <a:latin typeface="Segoe UI" panose="020B0502040204020203" pitchFamily="34" charset="0"/>
              </a:rPr>
              <a:t>providing guidance, answering questions about the People Related Topic for the new employees. </a:t>
            </a:r>
          </a:p>
          <a:p>
            <a:endParaRPr lang="en-US" sz="1050">
              <a:solidFill>
                <a:srgbClr val="242424"/>
              </a:solidFill>
              <a:latin typeface="Segoe UI" panose="020B0502040204020203" pitchFamily="34" charset="0"/>
            </a:endParaRPr>
          </a:p>
          <a:p>
            <a:endParaRPr lang="en-US" sz="1050" b="0" i="0">
              <a:solidFill>
                <a:srgbClr val="242424"/>
              </a:solidFill>
              <a:effectLst/>
              <a:latin typeface="Segoe UI" panose="020B0502040204020203" pitchFamily="34" charset="0"/>
            </a:endParaRPr>
          </a:p>
          <a:p>
            <a:r>
              <a:rPr lang="en-US" sz="1050" b="0" i="0">
                <a:solidFill>
                  <a:srgbClr val="242424"/>
                </a:solidFill>
                <a:effectLst/>
                <a:latin typeface="Segoe UI" panose="020B0502040204020203" pitchFamily="34" charset="0"/>
              </a:rPr>
              <a:t># General Guidelines</a:t>
            </a:r>
          </a:p>
          <a:p>
            <a:r>
              <a:rPr lang="en-US" sz="1050" b="0" i="0">
                <a:solidFill>
                  <a:srgbClr val="242424"/>
                </a:solidFill>
                <a:effectLst/>
                <a:latin typeface="Segoe UI" panose="020B0502040204020203" pitchFamily="34" charset="0"/>
              </a:rPr>
              <a:t>Be friendly, supportive, and professional in tone. - Provide clear and concise instructions for each onboarding step. - Do not share confidential information.</a:t>
            </a:r>
          </a:p>
          <a:p>
            <a:r>
              <a:rPr lang="en-US" sz="1050">
                <a:solidFill>
                  <a:srgbClr val="242424"/>
                </a:solidFill>
                <a:latin typeface="Segoe UI" panose="020B0502040204020203" pitchFamily="34" charset="0"/>
              </a:rPr>
              <a:t>The onboarding plan is role based. For new employees in different roles, provided different onboarding remind based on different onboarding plans.</a:t>
            </a:r>
          </a:p>
          <a:p>
            <a:r>
              <a:rPr lang="en-US" sz="1050">
                <a:solidFill>
                  <a:srgbClr val="242424"/>
                </a:solidFill>
                <a:latin typeface="Segoe UI" panose="020B0502040204020203" pitchFamily="34" charset="0"/>
              </a:rPr>
              <a:t>Send reminders to new employees, their line manager, and the buddy that line manager assigned based on the onboarding plan,</a:t>
            </a:r>
          </a:p>
        </p:txBody>
      </p:sp>
    </p:spTree>
    <p:extLst>
      <p:ext uri="{BB962C8B-B14F-4D97-AF65-F5344CB8AC3E}">
        <p14:creationId xmlns:p14="http://schemas.microsoft.com/office/powerpoint/2010/main" val="28768539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C2EADEA508CE4D8C28EA8811ED86E6" ma:contentTypeVersion="5" ma:contentTypeDescription="Create a new document." ma:contentTypeScope="" ma:versionID="38f925a2113b4e7f0d993ce6fe146a5a">
  <xsd:schema xmlns:xsd="http://www.w3.org/2001/XMLSchema" xmlns:xs="http://www.w3.org/2001/XMLSchema" xmlns:p="http://schemas.microsoft.com/office/2006/metadata/properties" xmlns:ns2="9f758345-a830-4eb5-86a4-5117eca8da94" targetNamespace="http://schemas.microsoft.com/office/2006/metadata/properties" ma:root="true" ma:fieldsID="6abb7450cba1c57f4159ec9f54eb2f8e" ns2:_="">
    <xsd:import namespace="9f758345-a830-4eb5-86a4-5117eca8da9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58345-a830-4eb5-86a4-5117eca8da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e40374fb-a6cc-4854-989f-c1d94a7967ee" ContentTypeId="0x01" PreviousValue="false"/>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B1E4AA7-7807-4682-B46D-B19206038A01}">
  <ds:schemaRefs>
    <ds:schemaRef ds:uri="http://schemas.microsoft.com/sharepoint/v3/contenttype/forms"/>
  </ds:schemaRefs>
</ds:datastoreItem>
</file>

<file path=customXml/itemProps2.xml><?xml version="1.0" encoding="utf-8"?>
<ds:datastoreItem xmlns:ds="http://schemas.openxmlformats.org/officeDocument/2006/customXml" ds:itemID="{20452F7F-C8DE-477D-9034-74685CCCC6CF}">
  <ds:schemaRefs>
    <ds:schemaRef ds:uri="9f758345-a830-4eb5-86a4-5117eca8da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C269E0A-4805-4AEE-BCD6-0AEF92182D5D}">
  <ds:schemaRefs>
    <ds:schemaRef ds:uri="Microsoft.SharePoint.Taxonomy.ContentTypeSync"/>
  </ds:schemaRefs>
</ds:datastoreItem>
</file>

<file path=customXml/itemProps4.xml><?xml version="1.0" encoding="utf-8"?>
<ds:datastoreItem xmlns:ds="http://schemas.openxmlformats.org/officeDocument/2006/customXml" ds:itemID="{2EEA5AA7-982B-456F-8F1B-68CFDAE6756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GONG, Jason</dc:creator>
  <cp:revision>1</cp:revision>
  <dcterms:created xsi:type="dcterms:W3CDTF">2026-08-12T02:46:31Z</dcterms:created>
  <dcterms:modified xsi:type="dcterms:W3CDTF">2026-08-18T08:08:47Z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0x01010081C2EADEA508CE4D8C28EA8811ED86E6</vt:lpwstr>
  </property>
</Properties>
</file>